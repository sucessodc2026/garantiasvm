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Plataforma de Garantias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8FAFC"/>
                </a:solidFill>
              </a:rPr>
              <a:t>Sistema de Inteligência e Metrificação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10972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LEDs &amp; Automotivos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O Problema Atual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046720" cy="5486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4475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❌  Sem validação da direção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046720" cy="5486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7627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❌  Comunicação informal (WhatsApp)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046720" cy="5486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077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❌  Zero metrificação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046720" cy="5486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931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❌  Impossível detectar abusadores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8046720" cy="5486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37083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❌  Sem histórico estruturado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Novo Fluxo com Plataforma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1371600" cy="1097280"/>
          </a:xfrm>
          <a:prstGeom prst="roundRect">
            <a:avLst/>
          </a:prstGeom>
          <a:solidFill>
            <a:srgbClr val="0EA5E9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00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Cliente relata no WhatsApp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2011680"/>
            <a:ext cx="457200" cy="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11680" y="1463040"/>
            <a:ext cx="1371600" cy="1097280"/>
          </a:xfrm>
          <a:prstGeom prst="roundRect">
            <a:avLst/>
          </a:prstGeom>
          <a:solidFill>
            <a:srgbClr val="0EA5E9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600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03120" y="2103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Vendedor registra na plataforma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(foto + vídeo + descrição)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457200" cy="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66160" y="1463040"/>
            <a:ext cx="1371600" cy="1097280"/>
          </a:xfrm>
          <a:prstGeom prst="roundRect">
            <a:avLst/>
          </a:prstGeom>
          <a:solidFill>
            <a:srgbClr val="0EA5E9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600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57600" y="2103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Logística vê e processa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011680"/>
            <a:ext cx="457200" cy="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20640" y="1463040"/>
            <a:ext cx="1371600" cy="1097280"/>
          </a:xfrm>
          <a:prstGeom prst="roundRect">
            <a:avLst/>
          </a:prstGeom>
          <a:solidFill>
            <a:srgbClr val="0EA5E9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1600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212080" y="2103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Direção monitora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(métricas em tempo real)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046720" cy="164592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00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✅ Resultado: Direção tem visibilidade total + dados estruturados + alertas automáticos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Arquitetura Técnica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286000" cy="1097280"/>
          </a:xfrm>
          <a:prstGeom prst="roundRect">
            <a:avLst/>
          </a:prstGeom>
          <a:solidFill>
            <a:srgbClr val="0EA5E9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 / Next.js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(responsivo)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463040"/>
            <a:ext cx="2286000" cy="1097280"/>
          </a:xfrm>
          <a:prstGeom prst="roundRect">
            <a:avLst/>
          </a:prstGeom>
          <a:solidFill>
            <a:srgbClr val="16A34A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Node.js + Express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(API REST)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2286000" cy="1097280"/>
          </a:xfrm>
          <a:prstGeom prst="roundRect">
            <a:avLst/>
          </a:prstGeom>
          <a:solidFill>
            <a:srgbClr val="F97316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PostgreSQL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+ Storage (S3)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2011680"/>
            <a:ext cx="320040" cy="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77840" y="2011680"/>
            <a:ext cx="320040" cy="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2926080"/>
            <a:ext cx="8046720" cy="1645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📊 Análises &amp; Relatórios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Dashboard em tempo real com métricas, alertas de anomalias e histórico completo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Dashboards por Perfil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560320" cy="25603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👨‍💼 Vendedor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Registrar garantia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Upload foto + vídeo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Ver suas solicitações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Status de processamento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560320" cy="256032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📦 Logística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Ver fila de garantias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Marcar como processado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Histórico de entrega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Rastreamento rápido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2560320" cy="256032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📈 Direção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011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KPIs em tempo real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Alertas de anomalias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Histórico por cliente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Análise por vendedor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Alertas Automáticos (Detecção de Anomalias)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046720" cy="73152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🚨  Cliente Repetidor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Cliente pediu 3+ garantias em 30 dias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046720" cy="73152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⚠️  Vendedor Suspeito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Vendedor com 50%+ taxa de garantia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046720" cy="73152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🔴  Produto Defeituoso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Produto com 10+ reclamações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Dashboard de Direção - Métricas Principais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560320" cy="1097280"/>
          </a:xfrm>
          <a:prstGeom prst="round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Nº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Total Garantias/Mês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1097280"/>
          </a:xfrm>
          <a:prstGeom prst="round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Ranking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Taxa por Vendedor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560320" cy="109728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Alertas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Clientes em Risco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84048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17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📊 Garantias/Vendedor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Gráfico comparativo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mostrando quem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solicitou mais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2834640"/>
            <a:ext cx="384048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017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📈 Histórico/Cliente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Timeline de todas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as garantias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cliente (detecta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padrões)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Próximos Passos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548640" cy="45720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7190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17190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Configurar Banco de Dados (PostgreSQL)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48640" cy="45720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26771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22677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Desenvolver API Backend (Node.js)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48640" cy="45720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8163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28163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Criar Interface Web (React/Next.js)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548640" cy="45720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3649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33649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Implementar Sistema de Upload (Fotos/Vídeos)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48640" cy="45720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9136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39136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Dashboard com Métricas em Tempo Real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548640" cy="45720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4622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44622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Deploy e Treinamento dos Usuários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2026-07-20T13:55:15Z</dcterms:created>
  <dcterms:modified xsi:type="dcterms:W3CDTF">2026-07-20T13:55:15Z</dcterms:modified>
</cp:coreProperties>
</file>